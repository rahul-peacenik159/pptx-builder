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9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ction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4320"/>
            <a:ext cx="3977639" cy="457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1005840"/>
            <a:ext cx="50800" cy="22860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Protect your data. Secure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E5BB1"/>
                </a:solidFill>
              </a:rPr>
              <a:t>cyera.com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Website Decode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Brand Identity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84048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Precise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Authoritative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Intelligent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Urgent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Premium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Visual style: dark-mode enterprise editorial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First impression: controlled confidence</a:t>
            </a:r>
          </a:p>
        </p:txBody>
      </p:sp>
      <p:pic>
        <p:nvPicPr>
          <p:cNvPr id="6" name="Picture 5" descr="secti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Core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One-liner: AI-native data security for enterprises in every environment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ICP: Enterprise CISOs and security leaders in regulated industries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Pain point: AI breaks your old defenses — legacy tools weren't built for this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Category: DSPM expanding toward AI Security platform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Messaging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84048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H1: Protect your data. Secure AI.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H2: AI breaks your old defenses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H2: One platform to secure AI — from data to access to action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H2: Protect and comply at scale by making data and AI security highly actionable</a:t>
            </a:r>
          </a:p>
        </p:txBody>
      </p:sp>
      <p:pic>
        <p:nvPicPr>
          <p:cNvPr id="6" name="Picture 5" descr="section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GTM Motion &amp; CTA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GTM type: Enterprise Sales-Led (SLG) with thin PLG hook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Primary CTA: Get a demo — pure account-based motion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Funnel signal: AI Security Pulse Check warms cold ICPs before demo ask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Trust approach: Paramount case study before conversion request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Friction level: 10+ field form — high intent qualification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Brand Color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371600" cy="1828800"/>
          </a:xfrm>
          <a:prstGeom prst="rect">
            <a:avLst/>
          </a:prstGeom>
          <a:solidFill>
            <a:srgbClr val="160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#160923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Dark Violet (Base)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0552" y="1097280"/>
            <a:ext cx="1371600" cy="1828800"/>
          </a:xfrm>
          <a:prstGeom prst="rect">
            <a:avLst/>
          </a:prstGeom>
          <a:solidFill>
            <a:srgbClr val="2A1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#2A1043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Primary Dark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58184" y="1097280"/>
            <a:ext cx="1371600" cy="1828800"/>
          </a:xfrm>
          <a:prstGeom prst="rect">
            <a:avLst/>
          </a:prstGeom>
          <a:solidFill>
            <a:srgbClr val="6D2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#6D2D93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Deep Purple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1097280"/>
            <a:ext cx="1371600" cy="18288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#7E5BB1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Primary Purple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3448" y="1097280"/>
            <a:ext cx="1371600" cy="1828800"/>
          </a:xfrm>
          <a:prstGeom prst="rect">
            <a:avLst/>
          </a:prstGeom>
          <a:solidFill>
            <a:srgbClr val="D3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#D390FF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Heliotrope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1097280"/>
            <a:ext cx="1371600" cy="1828800"/>
          </a:xfrm>
          <a:prstGeom prst="rect">
            <a:avLst/>
          </a:prstGeom>
          <a:solidFill>
            <a:srgbClr val="E8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#E8C6FF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Lavender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68712" y="1097280"/>
            <a:ext cx="1371600" cy="1828800"/>
          </a:xfrm>
          <a:prstGeom prst="rect">
            <a:avLst/>
          </a:prstGeom>
          <a:solidFill>
            <a:srgbClr val="BBF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#BBFAA4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Pale Green (Success)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96344" y="1097280"/>
            <a:ext cx="1371600" cy="1828800"/>
          </a:xfrm>
          <a:prstGeom prst="rect">
            <a:avLst/>
          </a:prstGeom>
          <a:solidFill>
            <a:srgbClr val="F6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96344" y="2976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#F6F5F1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96344" y="3218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BB"/>
                </a:solidFill>
              </a:rPr>
              <a:t>Alabaster (Light BG)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Visual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84048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Illustration style: Abstract data visualization — nodes, flows, classification layers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Animation intent: Ambient intelligence — make invisible security feel alive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Emotional register: Controlled confidence, premium enterprise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Visual weight: Light to medium — nothing jarring or dramatic</a:t>
            </a:r>
          </a:p>
        </p:txBody>
      </p:sp>
      <p:pic>
        <p:nvPicPr>
          <p:cNvPr id="6" name="Picture 5" descr="section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Animation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Primary library: GSAP + GSAP ScrollTrigger + GSAP SplitText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Also: Lottie for feature illustrations, Swiper for carousels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Scroll animations: ~70% of all animations fire on scroll entry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Load animations: ~20% hero entrance sequence on page load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Easing: cubic-bezier(.4,0,.2,1) — Material Design standard, no spring physics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3 Animation Techniques to Steal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1. SplitText word reveal — each word enters staggered, makes headlines feel like revelation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2. Lavender hover feedback — brand color fills interactive surfaces on hover at .4s ease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3. Dark wedge section — scroll past hero into threat framing breaks visitor's mental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Illustration System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384048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Style: Abstract geometric — network nodes and data flows, no literal UI screenshots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Color usage: 5-7 hues, all from brand token system — illustrations ARE the brand palette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Built for animation: Yes — Lottie files built in After Effects with named pre-comps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Depth technique: Opacity-layered pale-purple fills over dark-violet base</a:t>
            </a:r>
          </a:p>
        </p:txBody>
      </p:sp>
      <p:pic>
        <p:nvPicPr>
          <p:cNvPr id="6" name="Picture 5" descr="section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What to Steal / 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4CAF50"/>
                </a:solidFill>
              </a:rPr>
              <a:t>✓ Steal: Dual-CTA architecture — demo + free assessment meets buyers at different funnel stages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CAF50"/>
                </a:solidFill>
              </a:rPr>
              <a:t>✓ Steal: Deep violet + heliotrope color system — distinctive in a sea of blue enterprise SaaS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4CAF50"/>
                </a:solidFill>
              </a:rPr>
              <a:t>✓ Steal: AI breaks your old defenses wedge — category repositioning through named threat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44336"/>
                </a:solidFill>
              </a:rPr>
              <a:t>✗ Avoid: 10+ field demo form — high friction kills conversion even in enterprise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44336"/>
                </a:solidFill>
              </a:rPr>
              <a:t>✗ Avoid: Headline spaces lost in SplitText animation — legibility risk on mobile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How to Replicate This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Style rule: Abstract geometric forms — nodes, connections, no human characters or UI screenshots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Color system: 1 dark anchor + 1 luminous glow + 2 pale tints + 1 success accent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Animation rule: Lottie for hero, GSAP ScrollTrigger snap for scroll reveals, nothing faster than 300ms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Tool: Figma for SVGs, After Effects + Bodymovin for Lottie, GSAP Club for ScrollTrigger + SplitText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Build first: One hero Lottie animation — this delivers 60% of the total visual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</a:rPr>
              <a:t>Competitive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8229600" cy="1905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Category owned: DSPM — expanding narrative toward AI Security before competitors pivot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Benchmarks: Wiz (aesthetic + one platform), Varonis (data security), BigID (DSPM), Securiti.ai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JTBD framing: Show the board we are AI-ready without slowing the business down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2E"/>
                </a:solidFill>
              </a:rPr>
              <a:t>Key differentiator: Only platform securing both data AND AI in a single unified surface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7E5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7E5BB1"/>
                </a:solidFill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7132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</a:rPr>
              <a:t>Cyera is the AI-native data security platform built for a world where AI makes old defenses obsolete — targeting enterprise security leaders who need to govern data and AI risk simultaneously from a single intelligent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E5BB1"/>
                </a:solidFill>
              </a:rPr>
              <a:t>— cyera.com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